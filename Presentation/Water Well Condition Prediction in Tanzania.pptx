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57" r:id="rId3"/>
    <p:sldId id="258" r:id="rId4"/>
    <p:sldId id="263" r:id="rId5"/>
    <p:sldId id="262" r:id="rId6"/>
    <p:sldId id="261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E0F81-0892-4E52-A150-7B0650A1B890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E9FC0-DFD0-4A83-B5B1-DF94E29A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1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E9FC0-DFD0-4A83-B5B1-DF94E29A58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8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BAC5-98DE-B867-1EFA-676294EE2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5D95B-7D4D-7390-C216-16856EE00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4C37-FE54-C9CF-5F02-45D1522B3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BBBD-BF57-EE56-8E95-449057988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18D6B-C99D-0784-D89F-9B7AB334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64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9A04-F424-1C0C-79DD-E5B5F7D6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98DB-36A1-C0A6-A55E-3911D01A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31451-1FA6-DDED-31DC-2E0EB7666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BAAF1-B404-BB6B-F885-92173BF0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FEFC5-5789-97D9-DC1B-422B8A36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E23D-EFD1-1ABB-667E-1ECFDF279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86053-82EB-F153-3E4B-2DCF3F36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B64CE-34EF-CB3C-FE63-517A9E99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80ADC-1533-62DC-AB2F-A6ED4132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8F953-EFF4-EA97-3708-222EF7EA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4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AA75-F1F5-6A60-C80B-1A1548E3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0E6B1-5DD1-7B8F-2314-63C32ED3D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E4ABD-A287-A1D1-17F2-F6677BFEC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21BFC-A2DC-78C7-97C9-57D20953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450EE-ACE2-A28F-367F-041B453E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D9BCE-53A3-8025-A274-CD05866B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27CC-9632-A15B-5800-ACF2A5599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EF405-0416-D112-0CFC-1F0B52AD1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32A32-8070-A6F2-D75F-70422B259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5A9C6-EE0C-3638-282B-AAB8A2AC1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4A92A-A4D1-A455-0831-D731E873F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38FCAB-1A39-220C-0CCC-D842121E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E2E67-5CC0-E6D0-76DD-55303627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BA228-2068-4EB9-1857-DB32C90DD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80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8141-F762-A097-6594-05721766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FA392-8AE4-7B26-A8CF-F76935B6A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BA2D0-45C6-4F0C-D00B-44101AC51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7C132-BBF8-7BC4-3845-FD1EF69B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8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18319-63C7-8943-8A08-B18C8D73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80258-A50B-1C20-77C4-CCA3ACB6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EE129-E14B-6F36-A9AC-7ABB9FDA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06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9FAD-02F7-07BB-02DE-4A86DD9B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BC7D8-DA5B-EDD6-254A-1EBBBDC42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92A8E-1E1F-4AF3-BAE5-721F66279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9BDB7-D25E-1657-F120-3FE1C7F8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962CF-B7A3-E3C4-0CCA-47C74C4C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E84E4-A7AF-8559-2C57-1269BE21D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1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9FF3-9741-28F4-DE46-2C4C581A2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0B48F-4F50-CA99-D384-21E04DD53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B4863-C73B-4D62-8E13-4353C6165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1AD24-9B6C-EC61-C71C-C25AD9BA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26E22-B4C5-5C09-13AA-FC2B9EAF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BE313-AA51-1911-AC2C-381EFB98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7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B594-E424-1734-EA57-DFB5427DF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425B8-31C8-9026-2F07-1B74CBD04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29920-12BE-F085-C5CA-28FF99A0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387EF-933B-B092-1785-1308D583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DAB38-52F1-0C0B-7558-F4FA504A5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6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4BEEDA-E3E4-D0B6-9A58-C22094A3D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29A4D-4C5A-0C14-C67E-E75250F98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AE4F-177F-6DCA-98B1-178E0FA3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87C39-D8F0-1877-C843-B6930863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851D2-6A80-6819-DF97-4A0E339D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7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openclipart.org/detail/57181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6000"/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48548-A939-877D-C5D3-4BEF2C0D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7F338-3095-E538-4ABF-AF51DE01F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173B-6012-6172-4608-4510A6CE5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BB5D7-126E-44C5-BF80-F85222E415C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72D6-AB2A-3841-1B01-03D228008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5C192-879A-A5A9-3283-4BACABAE7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AFC96-E582-47F4-9F48-0A1833F8D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4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ickr.com/photos/hancindex/10727426273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christophercjensen/3559607145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au_unistphotostream/4535606334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Category:Water_wells_in_Tanzania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ndup.org.za/article/limpopo-villagers-chase-minister-away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senza.com/2014/10/quarter-worlds-population-lives-urban-slums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fricanarguments.org/2023/09/january-makamba-and-tanzanias-return-from-self-isolation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8A67-F8ED-799E-028C-FC279B92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Water Well Condition Prediction in Tanzania</a:t>
            </a:r>
            <a:r>
              <a:rPr lang="en-US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D35BB-FAA2-583F-F7CF-FAAA7E577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ML for infrastructure Monitoring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Predict well status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Support NGO’S &amp; Government decisions</a:t>
            </a:r>
          </a:p>
          <a:p>
            <a:endParaRPr lang="en-US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This project focuses on predicting the condition of water wells in Tanzania using machine learning.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The goal is to help organizations identify wells that are non-functional or at risk, so they can prioritize repairs and improve access to clean water.</a:t>
            </a:r>
          </a:p>
        </p:txBody>
      </p:sp>
    </p:spTree>
    <p:extLst>
      <p:ext uri="{BB962C8B-B14F-4D97-AF65-F5344CB8AC3E}">
        <p14:creationId xmlns:p14="http://schemas.microsoft.com/office/powerpoint/2010/main" val="115882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6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C3A0-1F03-3F36-02AF-4DB441FA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AE695-7A91-2600-46E1-EB56ED99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Tanzania faces challenges in maintaining water infrastructure. Many wells fail over time, and resources are limited.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This project aims to help decision-makers identify which wells need attention most urgently: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Limited access to clean water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Many wells are non functional or deteriorating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Need for efficient 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2425729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D615-656E-4F81-0A24-0EB0526A5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94D27-3EAA-6153-63CC-541CDCB27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The dataset contains detailed information about wells, including location, construction, and operational factors.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The target variable classifies wells into three categories based on functionality.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59,400 water wells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Features: location, </a:t>
            </a:r>
            <a:r>
              <a:rPr lang="en-US" dirty="0" err="1">
                <a:solidFill>
                  <a:schemeClr val="bg1"/>
                </a:solidFill>
                <a:highlight>
                  <a:srgbClr val="800080"/>
                </a:highlight>
              </a:rPr>
              <a:t>pump&amp;water</a:t>
            </a: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 </a:t>
            </a:r>
            <a:r>
              <a:rPr lang="en-US" dirty="0" err="1">
                <a:solidFill>
                  <a:schemeClr val="bg1"/>
                </a:solidFill>
                <a:highlight>
                  <a:srgbClr val="800080"/>
                </a:highlight>
              </a:rPr>
              <a:t>charactetristics</a:t>
            </a: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 ,construction details </a:t>
            </a:r>
            <a:r>
              <a:rPr lang="en-US" dirty="0" err="1">
                <a:solidFill>
                  <a:schemeClr val="bg1"/>
                </a:solidFill>
                <a:highlight>
                  <a:srgbClr val="800080"/>
                </a:highlight>
              </a:rPr>
              <a:t>etc</a:t>
            </a:r>
            <a:endParaRPr lang="en-US" dirty="0">
              <a:solidFill>
                <a:schemeClr val="bg1"/>
              </a:solidFill>
              <a:highlight>
                <a:srgbClr val="800080"/>
              </a:highlight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Predictive variable: Functional, needs repair or non functional pumps.</a:t>
            </a:r>
          </a:p>
        </p:txBody>
      </p:sp>
    </p:spTree>
    <p:extLst>
      <p:ext uri="{BB962C8B-B14F-4D97-AF65-F5344CB8AC3E}">
        <p14:creationId xmlns:p14="http://schemas.microsoft.com/office/powerpoint/2010/main" val="93696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DDD7-BBA7-ACC2-640F-52FDF74C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Algorithm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9B0CC-088A-E1B2-6C63-43524015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I built a full machine learning pipeline to ensure consistent preprocessing.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Multiple models were tested to identify the best-performing approach.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Data preprocessing pipeline: missing value imputation, feature engineering, encoding categorical variables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Models used: Random Forest, Extra Trees &amp; 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340858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0BD6-C369-BD21-AA6F-34537B69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39D1-2077-F137-8E62-95AA8934B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The Random Forest model performed best, achieving about 80% accuracy.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However, the model struggles more with identifying wells that need repair, likely due to fewer examples in the dataset.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Random Forest is the best model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Accuracy: 80.4%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Strong performance: functional wells &amp; non functional wells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Challenge: lower accuracy for “needs repair”</a:t>
            </a:r>
          </a:p>
        </p:txBody>
      </p:sp>
    </p:spTree>
    <p:extLst>
      <p:ext uri="{BB962C8B-B14F-4D97-AF65-F5344CB8AC3E}">
        <p14:creationId xmlns:p14="http://schemas.microsoft.com/office/powerpoint/2010/main" val="4163790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C3C7-35AA-182A-243F-5E9BB148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BBDF-6D55-A2A6-C2E0-BADF0B8D3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The model revealed that geography plays a major role in well performance.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Additionally, older wells and those with low water quantity are more likely to fail.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Location is the strongest predictor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Older wells fail more often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Water quantity strongly affects functionality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High population increases strain</a:t>
            </a:r>
          </a:p>
        </p:txBody>
      </p:sp>
    </p:spTree>
    <p:extLst>
      <p:ext uri="{BB962C8B-B14F-4D97-AF65-F5344CB8AC3E}">
        <p14:creationId xmlns:p14="http://schemas.microsoft.com/office/powerpoint/2010/main" val="9090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31C4-B9F9-5C1D-3DE0-89A46793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7BDB-8AD4-4482-1D9B-D8706D31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Based on the model, resources should be focused on regions with higher failure rates.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Preventative maintenance on older wells can also reduce long-term costs.</a:t>
            </a:r>
          </a:p>
          <a:p>
            <a:r>
              <a:rPr lang="en-US" dirty="0" err="1">
                <a:solidFill>
                  <a:schemeClr val="bg1"/>
                </a:solidFill>
                <a:highlight>
                  <a:srgbClr val="800080"/>
                </a:highlight>
              </a:rPr>
              <a:t>Prioritise</a:t>
            </a: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 high risk regions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Repair aging infrastructure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Monitor wells with low water levels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Focus on high demand areas</a:t>
            </a:r>
          </a:p>
        </p:txBody>
      </p:sp>
    </p:spTree>
    <p:extLst>
      <p:ext uri="{BB962C8B-B14F-4D97-AF65-F5344CB8AC3E}">
        <p14:creationId xmlns:p14="http://schemas.microsoft.com/office/powerpoint/2010/main" val="413183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7926-0F1C-B89F-1B62-8E0AAE45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Project’s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C886D-A19B-B337-2752-3DFA9A8CD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Future improvements could focus on better identifying wells that are close to failure.</a:t>
            </a:r>
            <a:b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This model could also be deployed as a real-time decision-support system.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Improve detection of ‘needs repair’ wells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Perform geospatial analysis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Tune models further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Deploy as a decision tool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Thankyou.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       </a:rPr>
              <a:t>Project by: Mercy Apondi</a:t>
            </a:r>
          </a:p>
        </p:txBody>
      </p:sp>
    </p:spTree>
    <p:extLst>
      <p:ext uri="{BB962C8B-B14F-4D97-AF65-F5344CB8AC3E}">
        <p14:creationId xmlns:p14="http://schemas.microsoft.com/office/powerpoint/2010/main" val="187909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60</TotalTime>
  <Words>446</Words>
  <Application>Microsoft Office PowerPoint</Application>
  <PresentationFormat>Widescreen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Water Well Condition Prediction in Tanzania </vt:lpstr>
      <vt:lpstr>Business Understanding</vt:lpstr>
      <vt:lpstr>Data Understanding</vt:lpstr>
      <vt:lpstr>Algorithm Modelling</vt:lpstr>
      <vt:lpstr>Model Evaluation</vt:lpstr>
      <vt:lpstr>Key Insights</vt:lpstr>
      <vt:lpstr>Recommendations</vt:lpstr>
      <vt:lpstr>Project’s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2026-03-17T03:12:51Z</dcterms:created>
  <dcterms:modified xsi:type="dcterms:W3CDTF">2026-03-17T04:13:22Z</dcterms:modified>
</cp:coreProperties>
</file>